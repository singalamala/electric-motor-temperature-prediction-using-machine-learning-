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Electric-motor-temperature-prediction-using-machine-learning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Electric Motor Temperature Prediction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Electric motor temperature prediction is vital for maintaining motor efficiency and preventing failures.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offers advanced techniques to accurately forecast temperature changes.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presentation explores how machine learning models can be applied to predict electric motor temperatures effectively.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Importance of Temperature Prediction in Electric Motors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Overheating can lead to motor degradation and unexpected breakdowns.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temperature prediction helps in scheduling maintenance and improving operational safety.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Predictive models enhance the lifespan and performance of electric motors in various applications.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Traditional Methods vs. Machine Learning Approaches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Conventional methods rely on physical models and sensors to estimate temperature.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models use historical data and sensor inputs to make predictions.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ML approaches often provide higher accuracy and adaptability compared to traditional methods.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Collection and Preprocessing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Collecting relevant data includes motor current, voltage, ambient temperature, and vibration signals.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preprocessing involves cleaning, normalization, and feature extraction to improve model performance.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data quality and quantity are crucial for developing reliable machine learning models.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Algorithms Used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Common algorithms include Random Forest, Support Vector Machines, and Neural Networks.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Deep learning models can capture complex patterns in large datasets for better predictions.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choice of algorithm depends on data characteristics and specific prediction requirements.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 Training and Validation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Training involves feeding historical data to the algorithm to learn the temperature patterns.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Validation techniques like cross-validation help assess model accuracy and prevent overfitting.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 tuning optimizes hyperparameters to enhance prediction precision.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Evaluation Metrics for Model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Metrics such as Mean Absolute Error (MAE) and Root Mean Square Error (RMSE) evaluate prediction accuracy.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R-squared values indicate the proportion of variance explained by the model.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Consistent evaluation ensures the model's robustness for real-world deployment.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Implementation and Real-world Applications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Trained models can be integrated into motor control systems for real-time temperature monitoring.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Predictive maintenance schedules can be optimized based on temperature forecasts.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Industries such as manufacturing, HVAC, and electric vehicles benefit from these predictive solutions.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and Future Directions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include data quality, sensor reliability, and model generalization across different motors.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research may focus on hybrid models combining physical insights with machine learning.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Advancements in IoT and edge computing will enable more efficient real-time temperature prediction.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and Takeaways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significantly enhances the accuracy and efficiency of electric motor temperature prediction.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data handling and model validation are essential for reliable predictions.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Ongoing developments will continue to improve predictive maintenance and operational safety in motor applications.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Electric-motor-temperature-prediction-using-machine-learning</dc:title>
  <dc:subject>Electric-motor-temperature-prediction-using-machine-learning</dc:subject>
  <dc:creator>SlideMake.com</dc:creator>
  <cp:lastModifiedBy>SlideMake.com</cp:lastModifiedBy>
  <cp:revision>1</cp:revision>
  <dcterms:created xsi:type="dcterms:W3CDTF">2026-02-23T05:49:37Z</dcterms:created>
  <dcterms:modified xsi:type="dcterms:W3CDTF">2026-02-23T05:49:37Z</dcterms:modified>
</cp:coreProperties>
</file>